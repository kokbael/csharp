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B0E4-9D8A-4988-B8B7-0E78E90C1C78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503D3-E803-483A-BF41-EF67F1B74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079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B0E4-9D8A-4988-B8B7-0E78E90C1C78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503D3-E803-483A-BF41-EF67F1B74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783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B0E4-9D8A-4988-B8B7-0E78E90C1C78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503D3-E803-483A-BF41-EF67F1B74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181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B0E4-9D8A-4988-B8B7-0E78E90C1C78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503D3-E803-483A-BF41-EF67F1B74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622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B0E4-9D8A-4988-B8B7-0E78E90C1C78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503D3-E803-483A-BF41-EF67F1B74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392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B0E4-9D8A-4988-B8B7-0E78E90C1C78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503D3-E803-483A-BF41-EF67F1B74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663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B0E4-9D8A-4988-B8B7-0E78E90C1C78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503D3-E803-483A-BF41-EF67F1B74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442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B0E4-9D8A-4988-B8B7-0E78E90C1C78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503D3-E803-483A-BF41-EF67F1B74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935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B0E4-9D8A-4988-B8B7-0E78E90C1C78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503D3-E803-483A-BF41-EF67F1B74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255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B0E4-9D8A-4988-B8B7-0E78E90C1C78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503D3-E803-483A-BF41-EF67F1B74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628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B0E4-9D8A-4988-B8B7-0E78E90C1C78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503D3-E803-483A-BF41-EF67F1B74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425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5B0E4-9D8A-4988-B8B7-0E78E90C1C78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503D3-E803-483A-BF41-EF67F1B74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534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533400" y="108919"/>
            <a:ext cx="4829908" cy="6617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MenuClickApp</a:t>
            </a:r>
            <a:endParaRPr lang="en-US" altLang="ko-KR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button1_Click(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listBox1.Items.Clear();</a:t>
            </a:r>
          </a:p>
          <a:p>
            <a:endParaRPr lang="ko-KR" altLang="en-US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button2_Click(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Application.Exit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새파일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NToolStripMenuItem_Click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listBox1.Items.Add(((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ToolStripMenuItem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)sender).Text);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열기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OToolStripMenuItem_Click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listBox1.Items.Add(((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ToolStripMenuItem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)sender).Text);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닫기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CToolStripMenuItem_Click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listBox1.Items.Add(((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ToolStripMenuItem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)sender).Text);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저장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SToolStripMenuItem_Click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listBox1.Items.Add(((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ToolStripMenuItem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)sender).Text);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다른이름으로저장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AToolStripMenuItem_Click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listBox1.Items.Add(((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ToolStripMenuItem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)sender).Text);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인쇄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PToolStripMenuItem_Click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listBox1.Items.Add(((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ToolStripMenuItem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)sender).Text);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501054" y="236377"/>
            <a:ext cx="4856285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미리보기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VToolStripMenuItem_Click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listBox1.Items.Add(((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ToolStripMenuItem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)sender).Text);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종료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XToolStripMenuItem_Click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listBox1.Items.Add(((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ToolStripMenuItem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)sender).Text);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잘라내기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TToolStripMenuItem_Click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listBox1.Items.Add(((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ToolStripMenuItem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)sender).Text);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복사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CToolStripMenuItem_Click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listBox1.Items.Add(((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ToolStripMenuItem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)sender).Text);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붙여넣기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PToolStripMenuItem_Click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listBox1.Items.Add(((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ToolStripMenuItem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)sender).Text);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프로그램정보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AToolStripMenuItem_Click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listBox1.Items.Add(((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ToolStripMenuItem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)sender).Text);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8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7264" y="3807068"/>
            <a:ext cx="2875642" cy="278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8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517" y="811135"/>
            <a:ext cx="4232110" cy="351468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937846" y="1001801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System.Drawing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MousePositionApp</a:t>
            </a:r>
            <a:endParaRPr lang="en-US" altLang="ko-KR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Form1_MouseEnter(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Point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mousePoint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PointToClient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MousePosition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msg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4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"Mouse Position : "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mousePoint.X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 </a:t>
            </a:r>
            <a:r>
              <a:rPr lang="en-US" altLang="ko-KR" sz="14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", "</a:t>
            </a:r>
            <a:endParaRPr lang="en-US" altLang="ko-KR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+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mousePoint.Y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MessageBox.Show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msg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95662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075" y="430240"/>
            <a:ext cx="6182588" cy="309605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03739" y="240804"/>
            <a:ext cx="4618892" cy="6617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System.Drawing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MouseEventApp</a:t>
            </a:r>
            <a:endParaRPr lang="en-US" altLang="ko-KR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UpdateEventLabels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msg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8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x, </a:t>
            </a:r>
            <a:r>
              <a:rPr lang="en-US" altLang="ko-KR" sz="8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y,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MouseEventArgs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message = </a:t>
            </a:r>
            <a:r>
              <a:rPr lang="en-US" altLang="ko-KR" sz="8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.Format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"{0} X:{1}, Y:{2}"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msg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x, y);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eventMsg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DateTime.Now.ToShortTimeString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eventMsg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+= </a:t>
            </a:r>
            <a:r>
              <a:rPr lang="en-US" altLang="ko-KR" sz="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 "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 message;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listBox1.Items.Insert(0,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eventMsg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listBox1.TopIndex = 0;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mouseInfo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(e !=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null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mouseInfo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8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.Format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"Clicks: {0}, Delta: {1}, "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"Buttons: {2}"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e.Clicks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e.Delta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e.Button.ToString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());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else</a:t>
            </a:r>
            <a:endParaRPr lang="en-US" altLang="ko-KR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mouseInfo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8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.Format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"Clicks: {0}"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msg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label1.Text =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mouseInfo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listBox1_MouseDown(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MouseEventArgs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UpdateEventLabels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"(</a:t>
            </a:r>
            <a:r>
              <a:rPr lang="en-US" altLang="ko-KR" sz="8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ListBox</a:t>
            </a:r>
            <a:r>
              <a:rPr lang="en-US" altLang="ko-KR" sz="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  <a:r>
              <a:rPr lang="en-US" altLang="ko-KR" sz="8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MouseDown</a:t>
            </a:r>
            <a:r>
              <a:rPr lang="en-US" altLang="ko-KR" sz="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e.X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e.Y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e);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listBox1_DoubleClick(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Point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mousePoint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PointToClient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MousePosition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UpdateEventLabels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"(</a:t>
            </a:r>
            <a:r>
              <a:rPr lang="en-US" altLang="ko-KR" sz="8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ListBox</a:t>
            </a:r>
            <a:r>
              <a:rPr lang="en-US" altLang="ko-KR" sz="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)DoubleClick"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mousePoint.X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mousePoint.Y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null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button1_Click(</a:t>
            </a:r>
            <a:r>
              <a:rPr lang="en-US" altLang="ko-KR" sz="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Application.Exit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endParaRPr lang="ko-KR" altLang="en-US" sz="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17096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092" y="497316"/>
            <a:ext cx="3467584" cy="261021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092" y="3521870"/>
            <a:ext cx="3372321" cy="261021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271954" y="684439"/>
            <a:ext cx="6096000" cy="54476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System.Drawing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FocusApp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button1_Click(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.button1.BackColor =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SystemColors.Control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.button2.Focus();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.button2.Focused)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.button2.BackColor =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SystemColors.ControlDark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button2_Click(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.button2.BackColor =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SystemColors.Control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.button1.Focus();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.button1.Focused)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.button1.BackColor =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SystemColors.ControlDark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8308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522" y="2116975"/>
            <a:ext cx="3381847" cy="199100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62000" y="0"/>
            <a:ext cx="6096000" cy="674030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System.Drawing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KeyEventApp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xPt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yPt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static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readonly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MOVE = 10;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button1_KeyUp(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KeyEventArgs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this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.xPt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.button1.Location.X;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this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.yPt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.button1.Location.Y;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switch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e.KeyCode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Keys.Left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xPt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-= MOVE;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break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Keys.Right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xPt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+= MOVE;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break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Keys.Up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yPt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-= MOVE;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break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Keys.Down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yPt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+= MOVE;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break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.button1.Text =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e.KeyCode.ToString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.button1.Location =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new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Point(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xPt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yPt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52082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459" y="727631"/>
            <a:ext cx="4248743" cy="427732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80647" y="194637"/>
            <a:ext cx="4680438" cy="6663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7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ListViewApp</a:t>
            </a:r>
            <a:endParaRPr lang="en-US" altLang="ko-KR" sz="7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listView1_Click(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7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foreach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7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ListViewItem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item 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listView1.SelectedItems)</a:t>
            </a: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7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ListViewItem.ListViewSubItemCollection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subItem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7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item.SubItems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7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7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각 항목에 대한 </a:t>
            </a:r>
            <a:r>
              <a:rPr lang="ko-KR" altLang="en-US" sz="7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부항목을</a:t>
            </a:r>
            <a:r>
              <a:rPr lang="ko-KR" altLang="en-US" sz="7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얻기 위해 </a:t>
            </a:r>
            <a:r>
              <a:rPr lang="en-US" altLang="ko-KR" sz="7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SubItems</a:t>
            </a:r>
            <a:r>
              <a:rPr lang="en-US" altLang="ko-KR" sz="7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7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프로퍼티를</a:t>
            </a:r>
            <a:r>
              <a:rPr lang="ko-KR" altLang="en-US" sz="7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사용</a:t>
            </a:r>
            <a:endParaRPr lang="ko-KR" altLang="en-US" sz="7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label1.Text = </a:t>
            </a:r>
            <a:r>
              <a:rPr lang="en-US" altLang="ko-KR" sz="7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subItem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[0].Text + </a:t>
            </a:r>
            <a:r>
              <a:rPr lang="en-US" altLang="ko-KR" sz="7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ko-KR" altLang="en-US" sz="7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의 </a:t>
            </a:r>
            <a:r>
              <a:rPr lang="ko-KR" altLang="en-US" sz="7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국가번호는</a:t>
            </a:r>
            <a:r>
              <a:rPr lang="ko-KR" altLang="en-US" sz="7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+ </a:t>
            </a:r>
            <a:r>
              <a:rPr lang="en-US" altLang="ko-KR" sz="7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subItem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[1].Text + </a:t>
            </a:r>
            <a:r>
              <a:rPr lang="en-US" altLang="ko-KR" sz="7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ko-KR" altLang="en-US" sz="7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입니다</a:t>
            </a:r>
            <a:r>
              <a:rPr lang="en-US" altLang="ko-KR" sz="7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."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7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radioButton1_CheckedChanged(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7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(radioButton1.Checked)</a:t>
            </a: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7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7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리스트 뷰의 항목을 큰 아이콘 형태로 보여준다</a:t>
            </a:r>
            <a:r>
              <a:rPr lang="en-US" altLang="ko-KR" sz="7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ko-KR" altLang="en-US" sz="7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listView1.View = </a:t>
            </a:r>
            <a:r>
              <a:rPr lang="en-US" altLang="ko-KR" sz="7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View.LargeIcon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7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radioButton2_CheckedChanged(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7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(radioButton2.Checked)</a:t>
            </a: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7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7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리스트 뷰의 항목을 작은 아이콘 형태로 보여준다</a:t>
            </a:r>
            <a:r>
              <a:rPr lang="en-US" altLang="ko-KR" sz="7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ko-KR" altLang="en-US" sz="7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listView1.View = </a:t>
            </a:r>
            <a:r>
              <a:rPr lang="en-US" altLang="ko-KR" sz="7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View.SmallIcon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7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7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radioButton3_CheckedChanged(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7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(radioButton3.Checked)</a:t>
            </a: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7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7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리스트 뷰의 항목을 간단한 리스트 형태로 보여준다</a:t>
            </a:r>
            <a:r>
              <a:rPr lang="en-US" altLang="ko-KR" sz="7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ko-KR" altLang="en-US" sz="7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listView1.View = </a:t>
            </a:r>
            <a:r>
              <a:rPr lang="en-US" altLang="ko-KR" sz="7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View.List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7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7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radioButton4_CheckedChanged(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7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(radioButton4.Checked)</a:t>
            </a: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7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7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리스트 뷰의 항목을 자세한 리스트 형태로 보여준다</a:t>
            </a:r>
            <a:r>
              <a:rPr lang="en-US" altLang="ko-KR" sz="7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ko-KR" altLang="en-US" sz="7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listView1.View = </a:t>
            </a:r>
            <a:r>
              <a:rPr lang="en-US" altLang="ko-KR" sz="7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View.Details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7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7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radioButton5_CheckedChanged(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7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(radioButton5.Checked)</a:t>
            </a: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7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7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리스트 뷰의 항목을 타일 형태로 보여준다</a:t>
            </a:r>
            <a:r>
              <a:rPr lang="en-US" altLang="ko-KR" sz="7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ko-KR" altLang="en-US" sz="7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listView1.View = </a:t>
            </a:r>
            <a:r>
              <a:rPr lang="en-US" altLang="ko-KR" sz="7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View.Tile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7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7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53217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559777" y="302359"/>
            <a:ext cx="6096000" cy="65556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TreeViewApp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button1_Click(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(textBox1.Text !=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&amp;&amp; treeView1.SelectedNode !=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null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선택된 노드가 있으면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그 노드의 자식 노드로 추가한다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treeView1.SelectedNode.Nodes.Add(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             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new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TreeNode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(textBox1.Text, 1, 1));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textBox1.Text =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textBox1.Focus();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button2_Click(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treeView1.Nodes.Remove(treeView1.SelectedNode);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Form1_Load(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treeView1.ExpandAll(); 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트리 뷰의 모든 노드를 펼침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820" y="1187751"/>
            <a:ext cx="4163006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365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507023" y="228600"/>
            <a:ext cx="6096000" cy="65248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 smtClean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TreeNodeApp</a:t>
            </a:r>
            <a:endParaRPr lang="en-US" altLang="ko-KR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treeView1_AfterSelect(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TreeViewEventArgs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(treeView1.SelectedNode !=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null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textBox1.Text = treeView1.SelectedNode.Text;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textBox2.Text = (treeView1.SelectedNode.Parent ==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null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?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                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""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treeView1.SelectedNode.Parent.Text;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textBox3.Text = (treeView1.SelectedNode.PrevNode ==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null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?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                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""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treeView1.SelectedNode.PrevNode.Text;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textBox4.Text = (treeView1.SelectedNode.NextNode ==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null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?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                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""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treeView1.SelectedNode.NextNode.Text;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(treeView1.SelectedNode.Nodes !=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null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    listBox1.Items.Clear();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    </a:t>
            </a:r>
            <a:r>
              <a:rPr lang="en-US" altLang="ko-KR" sz="11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foreach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TreeNode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node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treeView1.SelectedNode.Nodes)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        listBox1.Items.Add(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node.Text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Form1_Load(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treeView1.ExpandAll(); </a:t>
            </a:r>
            <a:r>
              <a:rPr lang="en-US" altLang="ko-KR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트리 뷰의 모든 노드를 펼침</a:t>
            </a:r>
            <a:r>
              <a:rPr lang="en-US" altLang="ko-KR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585" y="1045966"/>
            <a:ext cx="4485580" cy="354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288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63062" y="509514"/>
            <a:ext cx="6096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DomainUpDownApp</a:t>
            </a:r>
            <a:endParaRPr lang="en-US" altLang="ko-KR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button1_Click(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MessageBox.Show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(domainUpDown1.SelectedItem.ToString());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764" y="727041"/>
            <a:ext cx="4763165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69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601" y="855941"/>
            <a:ext cx="4363059" cy="300079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034562" y="1151189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 smtClean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200" dirty="0" smtClean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NumericUpDownApp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numericUpDown1_ValueChanged(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decimal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d = numericUpDown1.Value;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label1.Text =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"Log 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 d +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 = 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textBox1.Text = System.Math.Log10((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double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)d).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ToString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label2.Text = d +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"*"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+d +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 = 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textBox2.Text =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System.Math.Pow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double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)d, 2).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ToString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label3.Text =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"√"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 d +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 = 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textBox3.Text =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System.Math.Sqrt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double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)d).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ToString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9628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119" y="815291"/>
            <a:ext cx="4439270" cy="280074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971973" y="815291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Ex11_06_TrackBarApp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trackBar1_Scroll(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numericUpDown1.Value = trackBar1.Value;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numericUpDown1_ValueChanged(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trackBar1.Value = (</a:t>
            </a:r>
            <a:r>
              <a:rPr lang="en-US" altLang="ko-KR" sz="14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)numericUpDown1.Value;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33327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867507" y="518307"/>
            <a:ext cx="6096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ProgressBarApp</a:t>
            </a:r>
            <a:endParaRPr lang="en-US" altLang="ko-KR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button1_Click(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nn-NO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nn-NO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nn-NO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nn-NO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nn-NO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i = progressBar1.Minimum; i &lt; progressBar1.Maximum; i++)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progressBar1.Value =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978" y="1705563"/>
            <a:ext cx="4048690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624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920261" y="432562"/>
            <a:ext cx="6096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System;</a:t>
            </a:r>
          </a:p>
          <a:p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System.Windows.Forms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TimerApp</a:t>
            </a:r>
            <a:endParaRPr lang="en-US" altLang="ko-KR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partial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Form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Form1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InitializeComponent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index = 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timer1_Tick(</a:t>
            </a:r>
            <a:r>
              <a:rPr lang="en-US" altLang="ko-KR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sender,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EventArgs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e)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index %= imageList1.Images.Count;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label1.Image = imageList1.Images[index++];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109" y="1881752"/>
            <a:ext cx="3372321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54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1308</TotalTime>
  <Words>1761</Words>
  <Application>Microsoft Office PowerPoint</Application>
  <PresentationFormat>와이드스크린</PresentationFormat>
  <Paragraphs>461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돋움체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821086286614</dc:creator>
  <cp:lastModifiedBy>821086286614</cp:lastModifiedBy>
  <cp:revision>9</cp:revision>
  <dcterms:created xsi:type="dcterms:W3CDTF">2021-05-24T14:04:16Z</dcterms:created>
  <dcterms:modified xsi:type="dcterms:W3CDTF">2021-05-25T11:53:06Z</dcterms:modified>
</cp:coreProperties>
</file>