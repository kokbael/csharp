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D8117-4562-43A5-8BB6-06A1A360AF56}" type="datetimeFigureOut">
              <a:rPr lang="ko-KR" altLang="en-US" smtClean="0"/>
              <a:t>2021-05-22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DE402-AC9C-4DE4-8A58-D108125EB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847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D8117-4562-43A5-8BB6-06A1A360AF56}" type="datetimeFigureOut">
              <a:rPr lang="ko-KR" altLang="en-US" smtClean="0"/>
              <a:t>2021-05-22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DE402-AC9C-4DE4-8A58-D108125EB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7080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D8117-4562-43A5-8BB6-06A1A360AF56}" type="datetimeFigureOut">
              <a:rPr lang="ko-KR" altLang="en-US" smtClean="0"/>
              <a:t>2021-05-22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DE402-AC9C-4DE4-8A58-D108125EB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2047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D8117-4562-43A5-8BB6-06A1A360AF56}" type="datetimeFigureOut">
              <a:rPr lang="ko-KR" altLang="en-US" smtClean="0"/>
              <a:t>2021-05-22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DE402-AC9C-4DE4-8A58-D108125EB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1245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D8117-4562-43A5-8BB6-06A1A360AF56}" type="datetimeFigureOut">
              <a:rPr lang="ko-KR" altLang="en-US" smtClean="0"/>
              <a:t>2021-05-22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DE402-AC9C-4DE4-8A58-D108125EB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7939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D8117-4562-43A5-8BB6-06A1A360AF56}" type="datetimeFigureOut">
              <a:rPr lang="ko-KR" altLang="en-US" smtClean="0"/>
              <a:t>2021-05-22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DE402-AC9C-4DE4-8A58-D108125EB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703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D8117-4562-43A5-8BB6-06A1A360AF56}" type="datetimeFigureOut">
              <a:rPr lang="ko-KR" altLang="en-US" smtClean="0"/>
              <a:t>2021-05-22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DE402-AC9C-4DE4-8A58-D108125EB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9057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D8117-4562-43A5-8BB6-06A1A360AF56}" type="datetimeFigureOut">
              <a:rPr lang="ko-KR" altLang="en-US" smtClean="0"/>
              <a:t>2021-05-22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DE402-AC9C-4DE4-8A58-D108125EB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9793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D8117-4562-43A5-8BB6-06A1A360AF56}" type="datetimeFigureOut">
              <a:rPr lang="ko-KR" altLang="en-US" smtClean="0"/>
              <a:t>2021-05-22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DE402-AC9C-4DE4-8A58-D108125EB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985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D8117-4562-43A5-8BB6-06A1A360AF56}" type="datetimeFigureOut">
              <a:rPr lang="ko-KR" altLang="en-US" smtClean="0"/>
              <a:t>2021-05-22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DE402-AC9C-4DE4-8A58-D108125EB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166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D8117-4562-43A5-8BB6-06A1A360AF56}" type="datetimeFigureOut">
              <a:rPr lang="ko-KR" altLang="en-US" smtClean="0"/>
              <a:t>2021-05-22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DE402-AC9C-4DE4-8A58-D108125EB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2843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D8117-4562-43A5-8BB6-06A1A360AF56}" type="datetimeFigureOut">
              <a:rPr lang="ko-KR" altLang="en-US" smtClean="0"/>
              <a:t>2021-05-22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2DE402-AC9C-4DE4-8A58-D108125EB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9739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18" y="1104575"/>
            <a:ext cx="11745964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316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8348" y="782647"/>
            <a:ext cx="10572249" cy="5108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177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11" y="741002"/>
            <a:ext cx="1733792" cy="164805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032" y="492471"/>
            <a:ext cx="9201491" cy="408570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1941" y="4922846"/>
            <a:ext cx="1648055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746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861" y="528232"/>
            <a:ext cx="9326277" cy="580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878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703" y="761628"/>
            <a:ext cx="9802593" cy="53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795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0</Words>
  <Application>Microsoft Office PowerPoint</Application>
  <PresentationFormat>와이드스크린</PresentationFormat>
  <Paragraphs>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821086286614</dc:creator>
  <cp:lastModifiedBy>821086286614</cp:lastModifiedBy>
  <cp:revision>4</cp:revision>
  <dcterms:created xsi:type="dcterms:W3CDTF">2021-05-22T11:32:22Z</dcterms:created>
  <dcterms:modified xsi:type="dcterms:W3CDTF">2021-05-22T12:04:34Z</dcterms:modified>
</cp:coreProperties>
</file>