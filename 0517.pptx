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6EE4-9AA6-4E9C-BF60-0A6F300C8610}" type="datetimeFigureOut">
              <a:rPr lang="ko-KR" altLang="en-US" smtClean="0"/>
              <a:t>2021-05-22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A1DB4-0D0C-4C07-BDB7-C8A67C45EF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957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6EE4-9AA6-4E9C-BF60-0A6F300C8610}" type="datetimeFigureOut">
              <a:rPr lang="ko-KR" altLang="en-US" smtClean="0"/>
              <a:t>2021-05-22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A1DB4-0D0C-4C07-BDB7-C8A67C45EF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0989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6EE4-9AA6-4E9C-BF60-0A6F300C8610}" type="datetimeFigureOut">
              <a:rPr lang="ko-KR" altLang="en-US" smtClean="0"/>
              <a:t>2021-05-22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A1DB4-0D0C-4C07-BDB7-C8A67C45EF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563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6EE4-9AA6-4E9C-BF60-0A6F300C8610}" type="datetimeFigureOut">
              <a:rPr lang="ko-KR" altLang="en-US" smtClean="0"/>
              <a:t>2021-05-22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A1DB4-0D0C-4C07-BDB7-C8A67C45EF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6724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6EE4-9AA6-4E9C-BF60-0A6F300C8610}" type="datetimeFigureOut">
              <a:rPr lang="ko-KR" altLang="en-US" smtClean="0"/>
              <a:t>2021-05-22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A1DB4-0D0C-4C07-BDB7-C8A67C45EF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998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6EE4-9AA6-4E9C-BF60-0A6F300C8610}" type="datetimeFigureOut">
              <a:rPr lang="ko-KR" altLang="en-US" smtClean="0"/>
              <a:t>2021-05-22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A1DB4-0D0C-4C07-BDB7-C8A67C45EF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706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6EE4-9AA6-4E9C-BF60-0A6F300C8610}" type="datetimeFigureOut">
              <a:rPr lang="ko-KR" altLang="en-US" smtClean="0"/>
              <a:t>2021-05-22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A1DB4-0D0C-4C07-BDB7-C8A67C45EF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793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6EE4-9AA6-4E9C-BF60-0A6F300C8610}" type="datetimeFigureOut">
              <a:rPr lang="ko-KR" altLang="en-US" smtClean="0"/>
              <a:t>2021-05-22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A1DB4-0D0C-4C07-BDB7-C8A67C45EF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962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6EE4-9AA6-4E9C-BF60-0A6F300C8610}" type="datetimeFigureOut">
              <a:rPr lang="ko-KR" altLang="en-US" smtClean="0"/>
              <a:t>2021-05-22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A1DB4-0D0C-4C07-BDB7-C8A67C45EF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3264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6EE4-9AA6-4E9C-BF60-0A6F300C8610}" type="datetimeFigureOut">
              <a:rPr lang="ko-KR" altLang="en-US" smtClean="0"/>
              <a:t>2021-05-22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A1DB4-0D0C-4C07-BDB7-C8A67C45EF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188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6EE4-9AA6-4E9C-BF60-0A6F300C8610}" type="datetimeFigureOut">
              <a:rPr lang="ko-KR" altLang="en-US" smtClean="0"/>
              <a:t>2021-05-22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A1DB4-0D0C-4C07-BDB7-C8A67C45EF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649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66EE4-9AA6-4E9C-BF60-0A6F300C8610}" type="datetimeFigureOut">
              <a:rPr lang="ko-KR" altLang="en-US" smtClean="0"/>
              <a:t>2021-05-22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DA1DB4-0D0C-4C07-BDB7-C8A67C45EF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1139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63061" y="363742"/>
            <a:ext cx="6834554" cy="6324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System;</a:t>
            </a:r>
          </a:p>
          <a:p>
            <a:r>
              <a:rPr lang="en-US" altLang="ko-KR" sz="9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9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System.Windows.Forms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9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9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9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CheckBoxApp</a:t>
            </a:r>
            <a:endParaRPr lang="en-US" altLang="ko-KR" sz="9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9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9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partial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9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9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Form</a:t>
            </a:r>
          </a:p>
          <a:p>
            <a:r>
              <a:rPr lang="ko-KR" altLang="en-US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9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9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ko-KR" altLang="en-US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9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InitializeComponent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9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9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9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9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UpdateLabel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9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string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s, </a:t>
            </a:r>
            <a:r>
              <a:rPr lang="en-US" altLang="ko-KR" sz="9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bool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b)</a:t>
            </a:r>
          </a:p>
          <a:p>
            <a:r>
              <a:rPr lang="ko-KR" altLang="en-US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9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(b)</a:t>
            </a:r>
          </a:p>
          <a:p>
            <a:r>
              <a:rPr lang="ko-KR" altLang="en-US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label1.Text += s; </a:t>
            </a:r>
            <a:r>
              <a:rPr lang="en-US" altLang="ko-KR" sz="9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label1</a:t>
            </a:r>
            <a:r>
              <a:rPr lang="ko-KR" altLang="en-US" sz="9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의 </a:t>
            </a:r>
            <a:r>
              <a:rPr lang="en-US" altLang="ko-KR" sz="9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Text </a:t>
            </a:r>
            <a:r>
              <a:rPr lang="ko-KR" altLang="en-US" sz="900" dirty="0" err="1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프로퍼티에</a:t>
            </a:r>
            <a:r>
              <a:rPr lang="ko-KR" altLang="en-US" sz="9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문자열 추가</a:t>
            </a:r>
            <a:endParaRPr lang="ko-KR" altLang="en-US" sz="9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9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else</a:t>
            </a:r>
            <a:endParaRPr lang="en-US" altLang="ko-KR" sz="9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9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string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9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strTemp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label1.Text;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9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9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9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strTemp.IndexOf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(s);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label1.Text = </a:t>
            </a:r>
            <a:r>
              <a:rPr lang="en-US" altLang="ko-KR" sz="9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strTemp.Remove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9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9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s.Length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ko-KR" altLang="en-US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9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9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9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checkBox1_CheckedChanged(</a:t>
            </a:r>
            <a:r>
              <a:rPr lang="en-US" altLang="ko-KR" sz="9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9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9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UpdateLabel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(checkBox1.Text, checkBox1.Checked);</a:t>
            </a:r>
          </a:p>
          <a:p>
            <a:r>
              <a:rPr lang="ko-KR" altLang="en-US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9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9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checkBox2_CheckedChanged(</a:t>
            </a:r>
            <a:r>
              <a:rPr lang="en-US" altLang="ko-KR" sz="9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9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9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UpdateLabel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(checkBox2.Text, checkBox2.Checked);</a:t>
            </a:r>
          </a:p>
          <a:p>
            <a:r>
              <a:rPr lang="ko-KR" altLang="en-US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9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9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checkBox3_CheckedChanged(</a:t>
            </a:r>
            <a:r>
              <a:rPr lang="en-US" altLang="ko-KR" sz="9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9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9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UpdateLabel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(checkBox3.Text, checkBox3.Checked);</a:t>
            </a:r>
          </a:p>
          <a:p>
            <a:r>
              <a:rPr lang="ko-KR" altLang="en-US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9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9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checkBox4_CheckedChanged(</a:t>
            </a:r>
            <a:r>
              <a:rPr lang="en-US" altLang="ko-KR" sz="9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9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9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UpdateLabel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(checkBox4.Text, checkBox4.Checked);</a:t>
            </a:r>
          </a:p>
          <a:p>
            <a:r>
              <a:rPr lang="ko-KR" altLang="en-US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9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977" y="1973673"/>
            <a:ext cx="4725059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601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9557" y="2090582"/>
            <a:ext cx="3629532" cy="2219635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245576" y="1074071"/>
            <a:ext cx="6096000" cy="470898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System;</a:t>
            </a:r>
          </a:p>
          <a:p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System.Windows.Forms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0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RadioButtonApp</a:t>
            </a:r>
            <a:endParaRPr lang="en-US" altLang="ko-KR" sz="10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partial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Form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InitializeComponent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0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radioButton1_CheckedChanged(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label1.Text = radioButton1.Text;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radioButton2_CheckedChanged(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label1.Text = radioButton2.Text;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radioButton3_CheckedChanged(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label1.Text = radioButton3.Text;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radioButton4_CheckedChanged(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label1.Text = radioButton4.Text;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03441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747" y="382609"/>
            <a:ext cx="6539597" cy="2129023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12530" y="302359"/>
            <a:ext cx="6096000" cy="655564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System.Diagnostics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System.Windows.Forms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LinkLabelApp</a:t>
            </a:r>
            <a:endParaRPr lang="en-US" altLang="ko-KR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partial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Form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InitializeComponent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linkLabel1_LinkClicked(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LinkLabelLinkClickedEventArgs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Process.Start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(linkLabel1.Text);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linkLabel2_LinkClicked(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LinkLabelLinkClickedEventArgs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Process.Start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(linkLabel2.Text);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linkLabel3_LinkClicked(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LinkLabelLinkClickedEventArgs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Process.Start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"Notepad.exe"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linkLabel3.Text);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29466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346" y="906006"/>
            <a:ext cx="5182323" cy="4782217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366346" y="179761"/>
            <a:ext cx="6096000" cy="646330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System;</a:t>
            </a:r>
          </a:p>
          <a:p>
            <a:endParaRPr lang="ko-KR" altLang="en-US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System.Windows.Forms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TextBoxApp</a:t>
            </a:r>
            <a:endParaRPr lang="en-US" altLang="ko-KR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partial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Form</a:t>
            </a: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InitializeComponent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button1_Click(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textBox3.Text = </a:t>
            </a:r>
            <a:r>
              <a:rPr lang="en-US" altLang="ko-KR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"Name : "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+ textBox1.Text +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         </a:t>
            </a:r>
            <a:r>
              <a:rPr lang="en-US" altLang="ko-KR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"\r\</a:t>
            </a:r>
            <a:r>
              <a:rPr lang="en-US" altLang="ko-KR" dirty="0" err="1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nPassword</a:t>
            </a:r>
            <a:r>
              <a:rPr lang="en-US" altLang="ko-KR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"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+ textBox2.Text;</a:t>
            </a: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21785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901" y="1521205"/>
            <a:ext cx="4544059" cy="3305636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88755" y="630183"/>
            <a:ext cx="6096000" cy="54476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System;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System.Windows.Forms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ListBoxApp</a:t>
            </a:r>
            <a:endParaRPr lang="en-US" altLang="ko-KR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partial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Form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InitializeComponent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button1_Click(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(textBox1.Text !=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""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 </a:t>
            </a:r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리스트 상자 추가</a:t>
            </a:r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listBox1.Items.Add(textBox1.Text);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textBox1.Text =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""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button2_Click(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(listBox1.SelectedIndex &gt; -1)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listBox1.Items.RemoveAt(listBox1.SelectedIndex);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리스트 상자의 선택된 항목을 제거</a:t>
            </a:r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50210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517" y="1890346"/>
            <a:ext cx="4708988" cy="2325781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902677" y="469496"/>
            <a:ext cx="6096000" cy="60170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System;</a:t>
            </a:r>
          </a:p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System.Windows.Forms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ComboBoxApp</a:t>
            </a:r>
            <a:endParaRPr lang="en-US" altLang="ko-KR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partial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Form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InitializeComponent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button1_Click(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(listBox1.SelectedItem !=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null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ko-KR" altLang="en-US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리스트 상자의 선택 항목을 콤보 상자에 추가</a:t>
            </a:r>
            <a:endParaRPr lang="ko-KR" altLang="en-US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comboBox1.Items.Add(listBox1.SelectedItem);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ko-KR" altLang="en-US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리스트 상자에서 선택 항목을 삭제</a:t>
            </a:r>
            <a:endParaRPr lang="ko-KR" altLang="en-US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listBox1.Items.Remove(listBox1.SelectedItem);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button2_Click(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(comboBox1.SelectedItem !=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null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ko-KR" altLang="en-US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리스트 상자의 선택 항목을 콤보 상자에 추가</a:t>
            </a:r>
            <a:endParaRPr lang="ko-KR" altLang="en-US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listBox1.Items.Add(comboBox1.SelectedItem);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ko-KR" altLang="en-US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리스트 상자의 선택 항목을 삭제</a:t>
            </a:r>
            <a:endParaRPr lang="ko-KR" altLang="en-US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comboBox1.Items.Remove(comboBox1.SelectedItem);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78227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829" y="1301005"/>
            <a:ext cx="6315956" cy="3658111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38908" y="1472149"/>
            <a:ext cx="6096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System;</a:t>
            </a:r>
          </a:p>
          <a:p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System.Windows.Forms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0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CheckedListBoxApp</a:t>
            </a:r>
            <a:endParaRPr lang="en-US" altLang="ko-KR" sz="10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partial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Form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InitializeComponent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0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button1_Click(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string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strTemp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0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""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0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foreach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checkedListBox1.CheckedItems)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strTemp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+=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obj.ToString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strTemp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+= </a:t>
            </a:r>
            <a:r>
              <a:rPr lang="en-US" altLang="ko-KR" sz="10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 "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MessageBox.Show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0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ko-KR" altLang="en-US" sz="10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당신의 취미는 </a:t>
            </a:r>
            <a:r>
              <a:rPr lang="en-US" altLang="ko-KR" sz="10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+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strTemp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+ </a:t>
            </a:r>
            <a:r>
              <a:rPr lang="en-US" altLang="ko-KR" sz="10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ko-KR" altLang="en-US" sz="10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입니다</a:t>
            </a:r>
            <a:r>
              <a:rPr lang="en-US" altLang="ko-KR" sz="10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."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17099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2885" y="362647"/>
            <a:ext cx="3582548" cy="5528199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56492" y="3414242"/>
            <a:ext cx="6096000" cy="316240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05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System;</a:t>
            </a:r>
          </a:p>
          <a:p>
            <a:r>
              <a:rPr lang="en-US" altLang="ko-KR" sz="105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5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System.Windows.Forms</a:t>
            </a:r>
            <a:r>
              <a:rPr lang="en-US" altLang="ko-KR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05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5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5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ModalApp</a:t>
            </a:r>
            <a:endParaRPr lang="en-US" altLang="ko-KR" sz="105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05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5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partial</a:t>
            </a:r>
            <a:r>
              <a:rPr lang="en-US" altLang="ko-KR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5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5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Form2</a:t>
            </a:r>
            <a:r>
              <a:rPr lang="en-US" altLang="ko-KR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Form</a:t>
            </a:r>
          </a:p>
          <a:p>
            <a:r>
              <a:rPr lang="ko-KR" altLang="en-US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5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5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Form2</a:t>
            </a:r>
            <a:r>
              <a:rPr lang="en-US" altLang="ko-KR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ko-KR" altLang="en-US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05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InitializeComponent</a:t>
            </a:r>
            <a:r>
              <a:rPr lang="en-US" altLang="ko-KR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05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5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5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button1_Click(</a:t>
            </a:r>
            <a:r>
              <a:rPr lang="en-US" altLang="ko-KR" sz="105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105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Close();</a:t>
            </a:r>
          </a:p>
          <a:p>
            <a:r>
              <a:rPr lang="ko-KR" altLang="en-US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05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sz="1050" dirty="0"/>
          </a:p>
        </p:txBody>
      </p:sp>
      <p:sp>
        <p:nvSpPr>
          <p:cNvPr id="6" name="직사각형 5"/>
          <p:cNvSpPr/>
          <p:nvPr/>
        </p:nvSpPr>
        <p:spPr>
          <a:xfrm>
            <a:off x="656492" y="41920"/>
            <a:ext cx="6096000" cy="31700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System;</a:t>
            </a:r>
          </a:p>
          <a:p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System.Windows.Forms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0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ModalApp</a:t>
            </a:r>
            <a:endParaRPr lang="en-US" altLang="ko-KR" sz="10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partial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Form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InitializeComponent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0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button1_Click(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Form2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form2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new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Form2();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form2.ShowDialog(); </a:t>
            </a:r>
            <a:r>
              <a:rPr lang="en-US" altLang="ko-KR" sz="10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form2</a:t>
            </a:r>
            <a:r>
              <a:rPr lang="ko-KR" altLang="en-US" sz="10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를 </a:t>
            </a:r>
            <a:r>
              <a:rPr lang="ko-KR" altLang="en-US" sz="1000" dirty="0" err="1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모달</a:t>
            </a:r>
            <a:r>
              <a:rPr lang="ko-KR" altLang="en-US" sz="10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방식으로 띄운다</a:t>
            </a:r>
            <a:r>
              <a:rPr lang="en-US" altLang="ko-KR" sz="10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ko-KR" altLang="en-US" sz="10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0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84470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8447" y="1063176"/>
            <a:ext cx="4458322" cy="469648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823546" y="3142852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System;</a:t>
            </a:r>
          </a:p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System.Windows.Forms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ModelessApp</a:t>
            </a:r>
            <a:endParaRPr lang="en-US" altLang="ko-KR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partial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Form2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Form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Form2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InitializeComponent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button1_Click(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Close();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823546" y="149029"/>
            <a:ext cx="6096000" cy="30162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System;</a:t>
            </a:r>
          </a:p>
          <a:p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System.Windows.Forms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0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ModelessApp</a:t>
            </a:r>
            <a:endParaRPr lang="en-US" altLang="ko-KR" sz="10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partial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Form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InitializeComponent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0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button1_Click(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Form2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form2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new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Form2();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form2.Show(); </a:t>
            </a:r>
            <a:r>
              <a:rPr lang="en-US" altLang="ko-KR" sz="10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form2</a:t>
            </a:r>
            <a:r>
              <a:rPr lang="ko-KR" altLang="en-US" sz="10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를 </a:t>
            </a:r>
            <a:r>
              <a:rPr lang="ko-KR" altLang="en-US" sz="1000" dirty="0" err="1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모덜리스</a:t>
            </a:r>
            <a:r>
              <a:rPr lang="ko-KR" altLang="en-US" sz="10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방식으로 띄운다</a:t>
            </a:r>
            <a:r>
              <a:rPr lang="en-US" altLang="ko-KR" sz="10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ko-KR" altLang="en-US" sz="10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66934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7166" y="596263"/>
            <a:ext cx="5868219" cy="301032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559776" y="513429"/>
            <a:ext cx="6096000" cy="618630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System;</a:t>
            </a:r>
          </a:p>
          <a:p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System.Windows.Forms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MessageBoxButtonsApp</a:t>
            </a:r>
            <a:endParaRPr lang="en-US" altLang="ko-KR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partial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Form</a:t>
            </a: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InitializeComponent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Form1_Click(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MessageBox.Show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en-US" altLang="ko-KR" dirty="0" err="1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MessageBoxButtons</a:t>
            </a:r>
            <a:r>
              <a:rPr lang="en-US" altLang="ko-KR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"Title Bar"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MessageBoxButtons.OKCancel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endParaRPr lang="ko-KR" altLang="en-US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33445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8337" y="270119"/>
            <a:ext cx="4005035" cy="248829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8337" y="2919540"/>
            <a:ext cx="4005035" cy="3480914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946638" y="583477"/>
            <a:ext cx="6096000" cy="58169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System;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System.Windows.Forms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OpenFileDialogApp</a:t>
            </a:r>
            <a:endParaRPr lang="en-US" altLang="ko-KR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partial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Form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InitializeComponent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button1_Click(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openFileDialog1.InitialDirectory = </a:t>
            </a:r>
            <a:r>
              <a:rPr lang="en-US" altLang="ko-KR" sz="1200" dirty="0">
                <a:solidFill>
                  <a:srgbClr val="8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@"C:\"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openFileDialog1.Filter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=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ko-KR" altLang="en-US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텍스트 파일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(*.txt)|*.txt|</a:t>
            </a:r>
            <a:r>
              <a:rPr lang="ko-KR" altLang="en-US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모든 파일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(*.*)|*.*"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openFileDialog1.FilterIndex = 1;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openFileDialog1.RestoreDirectory =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true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openFileDialog1.Multiselect =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true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openFileDialog1.ShowDialog();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2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foreach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string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strTmp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openFileDialog1.FileNames)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textBox1.Text +=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strTmp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textBox1.Text +=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"\r\n"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42157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9470" y="429532"/>
            <a:ext cx="4623225" cy="598885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97169" y="330804"/>
            <a:ext cx="6096000" cy="618630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System;</a:t>
            </a:r>
          </a:p>
          <a:p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System.Windows.Forms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FontDialogApp</a:t>
            </a:r>
            <a:endParaRPr lang="en-US" altLang="ko-KR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partial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Form</a:t>
            </a: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InitializeComponent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button1_Click(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fontDialog1.ShowDialog();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textBox1.Font = fontDialog1.Font;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textBox1.ForeColor = fontDialog1.Color;</a:t>
            </a:r>
          </a:p>
          <a:p>
            <a:endParaRPr lang="ko-KR" altLang="en-US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79970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358" y="1749724"/>
            <a:ext cx="5559881" cy="326189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313592" y="641458"/>
            <a:ext cx="6096000" cy="54784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System;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System.Windows.Forms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ColorDialogApp</a:t>
            </a:r>
            <a:endParaRPr lang="en-US" altLang="ko-KR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partial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Form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InitializeComponent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button1_Click(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colorDialog1.ShowDialog();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4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this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.BackColor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colorDialog1.Color;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button2_Click(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colorDialog1.ShowDialog();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button1.BackColor = colorDialog1.Color;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button2.BackColor = colorDialog1.Color;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67372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734" y="1943100"/>
            <a:ext cx="5215489" cy="3179919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44415" y="1256778"/>
            <a:ext cx="6096000" cy="504753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System;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System.Windows.Forms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System.Drawing.Printing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PrintDialogApp</a:t>
            </a:r>
            <a:endParaRPr lang="en-US" altLang="ko-KR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partial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Form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InitializeComponent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button1_Click(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PrinterSettings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printer =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new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PrinterSettings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PrintDocument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pd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new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PrintDocument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printDialog1.PrinterSettings = printer;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printDialog1.Document =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pd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printDialog1.ShowDialog();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99116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1315</Words>
  <Application>Microsoft Office PowerPoint</Application>
  <PresentationFormat>와이드스크린</PresentationFormat>
  <Paragraphs>406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돋움체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821086286614</dc:creator>
  <cp:lastModifiedBy>821086286614</cp:lastModifiedBy>
  <cp:revision>17</cp:revision>
  <dcterms:created xsi:type="dcterms:W3CDTF">2021-05-22T12:15:20Z</dcterms:created>
  <dcterms:modified xsi:type="dcterms:W3CDTF">2021-05-22T14:46:37Z</dcterms:modified>
</cp:coreProperties>
</file>